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01 // TARGET PERSONA &amp; PSYCHOLOGY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Understanding the Final-Year Engineering Student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Target: Tier-2 &amp; Tier-3 engineering colleges (CSE/IT/ECE/Allied). Placement-anxious with zero unique AI projects.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🎯 TARGET AUDIENCE PROFILE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Demographics: </a:t>
            </a:r>
            <a:r>
              <a:rPr sz="950">
                <a:solidFill>
                  <a:srgbClr val="1E293B"/>
                </a:solidFill>
              </a:rPr>
              <a:t>Final-year B.Tech / BE students (2025/2026/2027 batch), Tier-2/Tier-3 colleges across India (AP, TS, TN, KA, MH, UP).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Branches: </a:t>
            </a:r>
            <a:r>
              <a:rPr sz="950">
                <a:solidFill>
                  <a:srgbClr val="1E293B"/>
                </a:solidFill>
              </a:rPr>
              <a:t>CSE, IT, ECE, EEE, plus core branches seeking IT/Software placement roles.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Placement Anxiety: </a:t>
            </a:r>
            <a:r>
              <a:rPr sz="950">
                <a:solidFill>
                  <a:srgbClr val="1E293B"/>
                </a:solidFill>
              </a:rPr>
              <a:t>Campus drives are starting or bleak. 85%+ feel their resume is invisible among thousands of applicants.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The 'Tutorial Trap': </a:t>
            </a:r>
            <a:r>
              <a:rPr sz="950">
                <a:solidFill>
                  <a:srgbClr val="1E293B"/>
                </a:solidFill>
              </a:rPr>
              <a:t>Resume has only boilerplate tutorial clones (ToDo App, Weather API, Netflix Clone) that recruiters instantly discard.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Imposter Syndrome: </a:t>
            </a:r>
            <a:r>
              <a:rPr sz="950">
                <a:solidFill>
                  <a:srgbClr val="1E293B"/>
                </a:solidFill>
              </a:rPr>
              <a:t>Believe AI requires PhD-level linear algebra, high-end GPUs, and months of study.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3736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⚡ CONVERSION TRIGGERS (WHY REGISTER?)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Tangible Resume Weapon: </a:t>
            </a:r>
            <a:r>
              <a:rPr sz="950">
                <a:solidFill>
                  <a:srgbClr val="1E293B"/>
                </a:solidFill>
              </a:rPr>
              <a:t>Not theory. 'Walk away with a live deployed AI project on GitHub/Vercel to showcase in interviews within 60 mins'.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Zero Pre-requisite Mythbusting: </a:t>
            </a:r>
            <a:r>
              <a:rPr sz="950">
                <a:solidFill>
                  <a:srgbClr val="1E293B"/>
                </a:solidFill>
              </a:rPr>
              <a:t>'If you know basic logic, you can build this.' Removing mathematical barrier to entry.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Verifiable Proof of Skill: </a:t>
            </a:r>
            <a:r>
              <a:rPr sz="950">
                <a:solidFill>
                  <a:srgbClr val="1E293B"/>
                </a:solidFill>
              </a:rPr>
              <a:t>Official NxtWave Certificate of Participation (shareable on LinkedIn &amp; verifiable for college placement cell records).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Peer FOMO &amp; Social Proof: </a:t>
            </a:r>
            <a:r>
              <a:rPr sz="950">
                <a:solidFill>
                  <a:srgbClr val="1E293B"/>
                </a:solidFill>
              </a:rPr>
              <a:t>When campus ambassadors and class CRs share in official college WhatsApp groups, attendance becomes the norm.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Immediate Value Hook: </a:t>
            </a:r>
            <a:r>
              <a:rPr sz="950">
                <a:solidFill>
                  <a:srgbClr val="1E293B"/>
                </a:solidFill>
              </a:rPr>
              <a:t>Interactive 'AI Project Idea Generator' gives them a custom project blueprint tailored to their branch immediately on visit.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3736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🛡️ OBJECTIONS &amp; PROACTIVE REFRAIMING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Objection: 'Is it really free or a sales pitch?'
</a:t>
            </a:r>
            <a:r>
              <a:rPr sz="900">
                <a:solidFill>
                  <a:srgbClr val="64748B"/>
                </a:solidFill>
              </a:rPr>
              <a:t>↳ Reframing: '100% Free hands-on live build. Code repository provided upfront. No credit card required. Build live, leave with code.'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Objection: 'Will I get an accredited certificate?'
</a:t>
            </a:r>
            <a:r>
              <a:rPr sz="900">
                <a:solidFill>
                  <a:srgbClr val="64748B"/>
                </a:solidFill>
              </a:rPr>
              <a:t>↳ Reframing: 'Yes, a cryptographically verifiable digital certificate with QR code issued upon completing the live build session.'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Objection: 'I don't know Python or AI math.'
</a:t>
            </a:r>
            <a:r>
              <a:rPr sz="900">
                <a:solidFill>
                  <a:srgbClr val="64748B"/>
                </a:solidFill>
              </a:rPr>
              <a:t>↳ Reframing: 'Workshop uses modern AI APIs + starter templates. You will understand architecture &amp; ship without writing 500 lines of boilerplate.'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Objection: 'I have semester exams / lab internals.'
</a:t>
            </a:r>
            <a:r>
              <a:rPr sz="900">
                <a:solidFill>
                  <a:srgbClr val="64748B"/>
                </a:solidFill>
              </a:rPr>
              <a:t>↳ Reframing: '60 minutes crisp format on a weekend evening (7:00 PM). High ROI per minute spent vs. self-study.'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02 // CAMPAIGN STRATEGY &amp; CHANNEL PRIORITIZATION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4-Channel Growth Engine: Reaching 500 Registrations with ₹2,000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Strictly prioritized channels based on Tier-2/3 student consumption habits. No wasted spread.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75504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097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PRIORITY 1 // 44% OF GOAL</a:t>
            </a:r>
          </a:p>
          <a:p>
            <a:r>
              <a:rPr sz="1200" b="1">
                <a:solidFill>
                  <a:srgbClr val="0F172A"/>
                </a:solidFill>
              </a:rPr>
              <a:t>College WhatsApp Groups &amp; Campus Ambassadors  </a:t>
            </a:r>
            <a:r>
              <a:rPr sz="1100" b="1">
                <a:solidFill>
                  <a:srgbClr val="2563EB"/>
                </a:solidFill>
              </a:rPr>
              <a:t>[220 Registrations (Est.)]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Recruit 15-20 active student ambassadors (CRs, coding club heads, active placement reps) across 20 targeted engineering campuses.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Provide a pre-approved 'WhatsApp Message Kit' with personalized tracking links (UTM tagged).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Why it works: WhatsApp has 95%+ open rate in student cohorts. Peer recommendation bypasses institutional spam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554480"/>
            <a:ext cx="5175504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1691640"/>
            <a:ext cx="48097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PRIORITY 2 // 32% OF GOAL</a:t>
            </a:r>
          </a:p>
          <a:p>
            <a:r>
              <a:rPr sz="1200" b="1">
                <a:solidFill>
                  <a:srgbClr val="0F172A"/>
                </a:solidFill>
              </a:rPr>
              <a:t>Viral Post-Registration Referral Loop ('Invite 3 Friends')  </a:t>
            </a:r>
            <a:r>
              <a:rPr sz="1100" b="1">
                <a:solidFill>
                  <a:srgbClr val="10B981"/>
                </a:solidFill>
              </a:rPr>
              <a:t>[160 Registrations (Est.)]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Upon form submission, each registrant gets an immediate unique referral link and 1-tap WhatsApp share button.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Incentive milestone: 'Refer 3 batchmates to unlock the VIP AI Project Pack (50 Resume AI Ideas + Code Architecture Templates)'.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Why it works: Viral coefficient K = 0.32 turns every 3 registrations into 1 organic referral with zero ad spend.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175504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48097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97316"/>
                </a:solidFill>
              </a:defRPr>
            </a:pPr>
            <a:r>
              <a:t>PRIORITY 3 // 16% OF GOAL</a:t>
            </a:r>
          </a:p>
          <a:p>
            <a:r>
              <a:rPr sz="1200" b="1">
                <a:solidFill>
                  <a:srgbClr val="0F172A"/>
                </a:solidFill>
              </a:rPr>
              <a:t>College Coding Clubs, Placement Cells &amp; HOD Forwarded Mails  </a:t>
            </a:r>
            <a:r>
              <a:rPr sz="1100" b="1">
                <a:solidFill>
                  <a:srgbClr val="F97316"/>
                </a:solidFill>
              </a:rPr>
              <a:t>[80 Registrations (Est.)]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Targeted outreach to Placement Officers &amp; Technical Club faculty in 30 tier-2/3 engineering colleges.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Positioned as 'Skill Enrichment Activity' aligned with AICTE placement readiness guidelines.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Why it works: High institutional authority. When an HOD or Placement Officer drops an official circular, trust is 100%.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4114800"/>
            <a:ext cx="5175504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4251960"/>
            <a:ext cx="48097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PRIORITY 4 // 8% OF GOAL</a:t>
            </a:r>
          </a:p>
          <a:p>
            <a:r>
              <a:rPr sz="1200" b="1">
                <a:solidFill>
                  <a:srgbClr val="0F172A"/>
                </a:solidFill>
              </a:rPr>
              <a:t>Short-Form Content on LinkedIn &amp; Instagram + Micro-Boost  </a:t>
            </a:r>
            <a:r>
              <a:rPr sz="1100" b="1">
                <a:solidFill>
                  <a:srgbClr val="06B6D4"/>
                </a:solidFill>
              </a:rPr>
              <a:t>[40 Registrations (Est.)]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Hooks: 'Why recruiters reject your Weather App in 2026' and 'Build an AI Agent in 60 mins'.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Allocate ₹600 Meta micro-boost targeted strictly at Tier-2/3 college pins + engineering demographics (age 20-22).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Why it works: Captures late-night scrolling students during study/placement breaks and feeds them into the WhatsApp funnel.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03 // OPERATIONAL TIMELINE &amp; CADENCE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7-Day Sprint: Day-by-Day Execution Calendar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Carefully staged momentum curve ensuring continuous compounding and mid-campaign safety check.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44475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2618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1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Foundation &amp; Assets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2563EB"/>
                </a:solidFill>
              </a:rPr>
              <a:t>+35 Regs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(35 Cumulative)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Deploy Registration &amp; Referral web engine.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Recruit 15 Campus Ambassadors across 15 colleges.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Distribute Ambassador WhatsApp Kits &amp; unique tracking links.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Initial soft-launch in 5 core college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76856" y="1554480"/>
            <a:ext cx="144475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68296" y="1691640"/>
            <a:ext cx="12618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DAY 2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Community Wave 1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2563EB"/>
                </a:solidFill>
              </a:rPr>
              <a:t>+75 Regs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(110 Cumulative)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Full push across 40+ engineering college WhatsApp/Telegram groups.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First wave of referral loop activations ('Unlock VIP Project Pack').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Email drop to 30 Technical Club leads and Placement Officers.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Monitor real-time signup speed on Admin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22192" y="1554480"/>
            <a:ext cx="144475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1691640"/>
            <a:ext cx="12618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DAY 3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Midpoint &amp; Review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97316"/>
                </a:solidFill>
              </a:rPr>
              <a:t>+105 Regs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(215 Cumulative)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🚨 CRITICAL MILESTONE: Audit against 215 target line.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Launch ₹600 Meta micro-boost ad campaign on Instagram.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Announce Ambassador Daily Leaderboard (Top 3 get ₹200 vouchers).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If behind pace: trigger contingency flash sprint.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67528" y="1554480"/>
            <a:ext cx="144475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8968" y="1691640"/>
            <a:ext cx="12618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DAY 4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Institutional Push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10B981"/>
                </a:solidFill>
              </a:rPr>
              <a:t>+95 Regs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(310 Cumulative)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Placement cell / HOD follow-ups and official reminder notices.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LinkedIn student spotlight: '3 Final-years share why they need AI projects'.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Push reminder in WhatsApp groups highlighting 'Only 190 seats remaining'.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Ambassador mid-sprint check-in.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12864" y="1554480"/>
            <a:ext cx="144475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4304" y="1691640"/>
            <a:ext cx="12618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DAY 5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Referral Acceleration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10B981"/>
                </a:solidFill>
              </a:rPr>
              <a:t>+85 Regs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(395 Cumulative)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Automated WhatsApp nudges to registrants with 1 or 2 referrals: '1 more friend to unlock VIP pack'.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College vs. College leaderboard release in WhatsApp status.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Second creative refresh for Meta ads focusing on resume boost.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554480"/>
            <a:ext cx="144475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691640"/>
            <a:ext cx="12618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DAY 6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Final 24h Countdown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6B6D4"/>
                </a:solidFill>
              </a:rPr>
              <a:t>+65 Regs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(460 Cumulative)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T-24h Scarcity blast: 'Final 40 seats for Live Project Build'.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Ambassadors host 5-min Q&amp;A voice notes in batch groups.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Pre-workshop software requirements sent (Node/Python/browser).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Targeted reminders to unverified clicks.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03536" y="1554480"/>
            <a:ext cx="144475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94976" y="1691640"/>
            <a:ext cx="12618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DAY 7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D-Day &amp; Workshop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1E293B"/>
                </a:solidFill>
              </a:rPr>
              <a:t>+45 Regs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(505 Total Regs)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T-3h and T-1h WhatsApp reminder sequence with live meeting link.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Final last-chance registration surge (closes 30 mins before call).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Execute 60-min live workshop (Target: 275+ live attendees ~55% show rate).</a:t>
            </a:r>
          </a:p>
          <a:p>
            <a:pPr>
              <a:spcBef>
                <a:spcPts val="600"/>
              </a:spcBef>
              <a:defRPr sz="800">
                <a:solidFill>
                  <a:srgbClr val="1E293B"/>
                </a:solidFill>
              </a:defRPr>
            </a:pPr>
            <a:r>
              <a:t>• Live Lucky Draw prize announced &amp; project certificate link shared.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04 // CONVERSION ECONOMICS &amp; BUDGET ALLOCATION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Funnel Math Table &amp; Exact ₹2,000 Budget Breakdown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All figures stated as clearly labelled estimates based on Tier-2/3 student acquisition benchmarks.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2179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📊 REGISTRATION FUNNEL MATHEMATICS (SUMS TO 500)</a:t>
            </a:r>
          </a:p>
          <a:p>
            <a:pPr>
              <a:defRPr sz="850" i="1">
                <a:solidFill>
                  <a:srgbClr val="64748B"/>
                </a:solidFill>
              </a:defRPr>
            </a:pPr>
            <a:r>
              <a:t>*Note: Reach, CTR, and Conversion Rates are explicitly estimated benchmark assumptions.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86000"/>
          <a:ext cx="58521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  <a:gridCol w="777240"/>
                <a:gridCol w="731520"/>
                <a:gridCol w="777240"/>
                <a:gridCol w="82296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Est. Reach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CTR 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Visits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CVR 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Registrations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 WhatsApp &amp; Ambassadors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3,150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 Viral Referral Loop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340 base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Share:80%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 Clubs &amp; Placement Cells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4. Short-form &amp; Meta Boost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25.0%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TOTAL CAMPAIGN FUNNEL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6,290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23.4%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1,470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34.0%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43484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Key Funnel Assumptions &amp; Rationale: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WhatsApp Open &amp; Click Rates: High CTR (20%) reflects high trust when shared directly by classmates or CRs.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Landing Page Conversion (34% avg): Boosted by frictionless 1-page form, zero credit card, and immediate AI Idea Hook value.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Referral Multiplier: 340 baseline signups × 80% share intention × 1.76 friends clicked = 480 clicks -&gt; 160 new signups (K = 0.32).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• CAC: ₹2,000 / 500 = ₹4.00 per registered engineering student.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51192" y="1554480"/>
            <a:ext cx="42062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2" y="16916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💰 EXACT ₹2,000 BUDGET ALLOCATION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Campus Ambassador Incentives — ₹1,000 (50.0%)
</a:t>
            </a:r>
            <a:r>
              <a:rPr sz="850">
                <a:solidFill>
                  <a:srgbClr val="64748B"/>
                </a:solidFill>
              </a:rPr>
              <a:t>₹200 Amazon Gift Cards × 5 Top Performing Ambassadors who drive 30+ verified signups. Guarantees campus hustle &amp; competitive pride.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Meta / Instagram Micro-Boost — ₹600 (30.0%)
</a:t>
            </a:r>
            <a:r>
              <a:rPr sz="850">
                <a:solidFill>
                  <a:srgbClr val="64748B"/>
                </a:solidFill>
              </a:rPr>
              <a:t>₹200/day for 3 days (Days 3-5). Hyper-targeted to Tier-2/3 college geolocation pins, Age 20-22, Interests: Python, AI, Campus Placement.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Workshop Live Hackathon Prize — ₹400 (20.0%)
</a:t>
            </a:r>
            <a:r>
              <a:rPr sz="850">
                <a:solidFill>
                  <a:srgbClr val="64748B"/>
                </a:solidFill>
              </a:rPr>
              <a:t>1 × ₹400 voucher (Amazon/BookMyShow) awarded live during minute 50 to a student who deploys their project live. Drives live attendance &amp; show rate.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Hosting &amp; Tooling Stack — ₹0 (0.0%)
</a:t>
            </a:r>
            <a:r>
              <a:rPr sz="850">
                <a:solidFill>
                  <a:srgbClr val="64748B"/>
                </a:solidFill>
              </a:rPr>
              <a:t>Vercel (Free), Supabase (Free tier), Google Sheets Apps Script (Free), Canva (Free), Gemini API (Free tier), WhatsApp Web (Free).</a:t>
            </a:r>
          </a:p>
          <a:p>
            <a:pPr>
              <a:spcBef>
                <a:spcPts val="1400"/>
              </a:spcBef>
            </a:pPr>
            <a:r>
              <a:rPr b="1" sz="1000">
                <a:solidFill>
                  <a:srgbClr val="10B981"/>
                </a:solidFill>
              </a:rPr>
              <a:t>TOTAL BUDGET: ₹1,000 + ₹600 + ₹400 + ₹0 = ₹2,000 EXACT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05 // RISK MANAGEMENT &amp; MEASUREMENT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Metrics, Diagnostic Triggers &amp; Day-3 Contingency Plan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Systematic risk mitigation to ensure the 500 registration target is hit regardless of initial channel drag.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📈 KPI FRAMEWORK &amp; NORTH STAR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North Star Metric: </a:t>
            </a:r>
            <a:r>
              <a:rPr sz="900">
                <a:solidFill>
                  <a:srgbClr val="1E293B"/>
                </a:solidFill>
              </a:rPr>
              <a:t>500 Verified Registrations (unique email + WhatsApp number, final-year engineering).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Viral Coefficient (K-Factor): </a:t>
            </a:r>
            <a:r>
              <a:rPr sz="900">
                <a:solidFill>
                  <a:srgbClr val="1E293B"/>
                </a:solidFill>
              </a:rPr>
              <a:t>Target K ≥ 0.30 (currently modeled at 0.32). Every 10 registrants generate 3+ referrals.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Ambassador Velocity: </a:t>
            </a:r>
            <a:r>
              <a:rPr sz="900">
                <a:solidFill>
                  <a:srgbClr val="1E293B"/>
                </a:solidFill>
              </a:rPr>
              <a:t>Target 15+ registrations per active ambassador across top 15 colleges.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Landing Page Conversion Rate: </a:t>
            </a:r>
            <a:r>
              <a:rPr sz="900">
                <a:solidFill>
                  <a:srgbClr val="1E293B"/>
                </a:solidFill>
              </a:rPr>
              <a:t>Target 30-35% on mobile visits.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• Live Show Rate (Downstream): </a:t>
            </a:r>
            <a:r>
              <a:rPr sz="900">
                <a:solidFill>
                  <a:srgbClr val="1E293B"/>
                </a:solidFill>
              </a:rPr>
              <a:t>Target 55%+ (275+ students live in workshop) driven by 3-stage WhatsApp reminder sequence.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3736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97316"/>
                </a:solidFill>
              </a:defRPr>
            </a:pPr>
            <a:r>
              <a:t>⚠️ IDENTIFIED RISKS &amp; DEFENSES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Risk: WhatsApp link marking as spam or admin deletion
</a:t>
            </a:r>
            <a:r>
              <a:rPr sz="850">
                <a:solidFill>
                  <a:srgbClr val="64748B"/>
                </a:solidFill>
              </a:rPr>
              <a:t>↳ Defense: Ambassadors post personal intro notes explaining why they are attending before posting link; share to CRs first.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Risk: Referral drop-off (students don't share)
</a:t>
            </a:r>
            <a:r>
              <a:rPr sz="850">
                <a:solidFill>
                  <a:srgbClr val="64748B"/>
                </a:solidFill>
              </a:rPr>
              <a:t>↳ Defense: Immediate psychological hook: instant progress bar (0/3), previewing the exact VIP Project Pack download lock.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Risk: Low attendance despite high registrations
</a:t>
            </a:r>
            <a:r>
              <a:rPr sz="850">
                <a:solidFill>
                  <a:srgbClr val="64748B"/>
                </a:solidFill>
              </a:rPr>
              <a:t>↳ Defense: Multi-touch reminder sequence (T-24h, T-1h, T-10m) + ₹400 live deployment hackathon voucher incentive.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Risk: Non-final year student dilution
</a:t>
            </a:r>
            <a:r>
              <a:rPr sz="850">
                <a:solidFill>
                  <a:srgbClr val="64748B"/>
                </a:solidFill>
              </a:rPr>
              <a:t>↳ Defense: Form branch and graduation year dropdown validation (2025/2026/2027 priority).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37360"/>
            <a:ext cx="29626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🚨 DAY-3 BEHIND-PACE CONTINGENCY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B91C1C"/>
                </a:solidFill>
              </a:rPr>
              <a:t>DIAGNOSTIC TRIGGER:
If Total Registrations &lt; 175 by Day 3, 11:59 PM (Target: 215):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• Lever A: Flash Ambassador Sprint
</a:t>
            </a:r>
            <a:r>
              <a:rPr sz="850">
                <a:solidFill>
                  <a:srgbClr val="1E293B"/>
                </a:solidFill>
              </a:rPr>
              <a:t>Double referral points for 24 hours. Instant ₹100 Swiggy voucher to the first 5 ambassadors to add 10 new signups.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• Lever B: WhatsApp Group Direct Audio Drop
</a:t>
            </a:r>
            <a:r>
              <a:rPr sz="850">
                <a:solidFill>
                  <a:srgbClr val="1E293B"/>
                </a:solidFill>
              </a:rPr>
              <a:t>Ambassadors drop a 45-second informal voice note: 'Guys, I checked the curriculum, they're teaching real API integration, not basic slides.'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• Lever C: Reallocate Ad Spend
</a:t>
            </a:r>
            <a:r>
              <a:rPr sz="850">
                <a:solidFill>
                  <a:srgbClr val="1E293B"/>
                </a:solidFill>
              </a:rPr>
              <a:t>Immediately divert remaining ₹400 Meta ad budget directly to top-performing college clusters with highest historical CVR.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172A"/>
                </a:solidFill>
              </a:rPr>
              <a:t>• Lever D: Placement Rep Circular
</a:t>
            </a:r>
            <a:r>
              <a:rPr sz="850">
                <a:solidFill>
                  <a:srgbClr val="1E293B"/>
                </a:solidFill>
              </a:rPr>
              <a:t>Trigger pre-written urgent notice template to college placement WhatsApp groups emphasizing placement eligibility boost.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